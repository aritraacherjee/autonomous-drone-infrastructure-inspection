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Title and capability boundary derived from assembly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sections 1-2.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sections 5-6.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sections 8 and insertable P19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sections 9-10.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11 and verified P16/P17 lineage.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Verified dashboard_overview.png; P16/P17 package hash inventory 29/29.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Verified inspection_2026091901.md and P17 report SHA-256.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Verified P18 dashboard-completion package; first retry limitation retained.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Verified clean-repeatability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Accepted P19 metrics represented in assembly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P19 3D pending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Workstream 04 pending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18 and verified P16/P17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76829ec39dff392479c4db9b50683b24143c96080f5eeef56148a6cf06412415
Assembly section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D8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AegisInspect: Autonomous Multimodal Drone Infrastructure Inspection with 3D Defect Localization and Reporting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3E0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Robotics/computer-vision infrastructure inspection combining deep-learning defect detection with classical localization, 3D geometry, mapping, persistence and deterministic reporting.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84632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46904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DRAFT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94944" y="56235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Evidence-bound. No Stop C or full-autonomy claim.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Inspection Problem and Objective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EVIDENCE-DRIVEN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51206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inspection requires repeatable visual review and traceable defect documentation. AegisInspect keeps each subsystem claim tied to its evidence.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3035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Acquire RGB, depth, IMU and LiDAR observations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 structural defects and project observations into 3D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 records for human review and deterministic reporting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Evaluate detector, localization and spatial outputs reproducibly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" y="5074920"/>
            <a:ext cx="106070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Boundary: this deck does not claim a validated full autonomous mission.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 System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599432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398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SYSTEM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DETECTOR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488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9476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4068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MAP RELATION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1228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8660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P15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7325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1041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3784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7947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93268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real handoff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3268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persistence, dashboard and report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2628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37947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2744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2744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accuracy PASS/FAIL threshold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2104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21040" y="37947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2220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52220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+ P18 assets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52220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correspondence / ingestion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Dataset and Defect Classes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764024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562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DATA FOUNDATION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IMAGES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10,398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V3 baseline-v1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73152" cy="109728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49300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48,392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9300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defect classes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9788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7373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09904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09904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0392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0" y="17373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0508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INSTANCES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70508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5,886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0508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instances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05840" y="3337560"/>
            <a:ext cx="384048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Breakage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Honeycombing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Exposed Reinforcement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Seepage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counts are data-foundation facts, not detector-performance metrics.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Held-Out Detection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REAL HELD-OUT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/ YOLO26s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3172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0.29669431228680787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33172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mAP50-95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544568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0.17480040543737643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028432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233172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CLASS F1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29600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0.3556245448108634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validation-selected threshold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977640"/>
            <a:ext cx="55778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- 1,053 test images; 5,886 instances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Validation-selected operating threshold: 0.18618618618618618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precision: 0.37674095487474335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recall: 0.37432339044543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812280" y="4096512"/>
            <a:ext cx="43434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is a detection metric, not generic or drone accuracy. The operating threshold was selected using validation data, not the test set.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 and Simulation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737360"/>
            <a:ext cx="530352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ROS 2 Lyrical and Gazebo Sim 10.5.0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RGB, CameraInfo, IMU, 3D LiDAR, depth, simulation clock and TF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LiDAR ICP runtime acceptance: PASS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accuracy is MEASURED against simulation ground truth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7452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ICP runtime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34272" y="187452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STATUS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9235440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35440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PASS / FAIL classified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7548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localization-accuracy pass/fail threshold exists.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Depth and Camera-Frame XYZ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83080"/>
            <a:ext cx="73152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CONTRACT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93268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32FC1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metres / camera_optical_frame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783080"/>
            <a:ext cx="73152" cy="105156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VALIDATION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3016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tests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3016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73152" cy="105156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VALIDATION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2764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 tests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2396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78308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FRAME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2512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camera_optical_frame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2512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runtime-validated service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60120" y="3703320"/>
            <a:ext cx="101498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and projection are supported in simulation. Camera-frame XYZ alone does not establish real-world depth accuracy, map-frame defect localization, or global localization accuracy.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Map-Frame Defect Localization / P15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49808" y="1691640"/>
            <a:ext cx="2926080" cy="4023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Detection / track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Robust depth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Camera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Pose transform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Temporal aggregation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defect record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794760" y="1737360"/>
            <a:ext cx="0" cy="3566160"/>
          </a:xfrm>
          <a:prstGeom prst="line">
            <a:avLst/>
          </a:prstGeom>
          <a:noFill/>
          <a:ln w="1270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mapped-defect lineage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66294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P15D-10627c5f-3f84-5c64-ab2d-3e574b6e97ee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XYZ: (3.9000027127470087, -0.09877989958311785, 0.0032930137079122536)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Timestamp: 1970-01-01T00:00:21.813000Z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51960" y="4297680"/>
            <a:ext cx="66294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remains pending a controlled experiment with accepted explicit GT-to-mapped-defect correspondence.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 Persistence and Dashboard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6_p17_evidence\dashboard\dashboard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627632"/>
            <a:ext cx="6629400" cy="4279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35240" y="1783080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35240" y="178308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36408" y="193852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7836408" y="217627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UNREVIEWED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836408" y="253288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review state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680960" y="3154680"/>
            <a:ext cx="329184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 classification: Honeycombing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0.004553093574941158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count: 1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35240" y="5074920"/>
            <a:ext cx="34290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Extremely-low-confidence, unreviewed machine output used to demonstrate system lineage.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Deterministic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6492240" cy="4389120"/>
          </a:xfrm>
          <a:prstGeom prst="roundRect">
            <a:avLst>
              <a:gd name="adj" fmla="val 1042"/>
            </a:avLst>
          </a:prstGeom>
          <a:solidFill>
            <a:srgbClr val="F8FAFC"/>
          </a:solidFill>
          <a:ln w="1016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019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REPORT EXCERPT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9893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Inspection ID: 2026091901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Defect ID: P15D-10627c5f-3f84-5c64-ab2d-3e574b6e97ee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Honeycombing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Confidence: 0.004553093574941158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 frame: map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Status: UNREVIEWED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Version: DET-FINAL-v1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33756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178308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938528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VERIFICATION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836408" y="217627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2624328"/>
            <a:ext cx="3026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P17 report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35240" y="3383280"/>
            <a:ext cx="338328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preserves persisted and mapped evidence without inferring severity, dimensions, repair action or structural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Demonstration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dashboard_completion_overview_f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572768"/>
            <a:ext cx="667512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35240" y="1755648"/>
            <a:ext cx="3291840" cy="1024128"/>
          </a:xfrm>
          <a:prstGeom prst="roundRect">
            <a:avLst>
              <a:gd name="adj" fmla="val 446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35240" y="1755648"/>
            <a:ext cx="73152" cy="10241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36408" y="1911096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COMPLETION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7836408" y="214884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836408" y="2523744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browser screenshot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589520" y="3182112"/>
            <a:ext cx="342900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integrated retry validated the same-observation data chain, but its browser capture was absent. The separate dashboard-evidence completion package supplies the accepted real dashboard capture.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07808" y="5138928"/>
            <a:ext cx="33832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demonstrates integrated runtime and dashboard evidence; it does not establish full autonomy or production readiness.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Clean Repeatability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clean_repeatability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572768"/>
            <a:ext cx="667512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35240" y="1755648"/>
            <a:ext cx="3291840" cy="1024128"/>
          </a:xfrm>
          <a:prstGeom prst="roundRect">
            <a:avLst>
              <a:gd name="adj" fmla="val 446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35240" y="1755648"/>
            <a:ext cx="73152" cy="10241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36408" y="1911096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REPEATABILITY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7836408" y="214884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836408" y="2523744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execution identity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589520" y="3182112"/>
            <a:ext cx="342900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clean repeatability package records a new detection and mapped-defect identity, P16 PASS, browser screenshots PASS and P17 PASS under unchanged source and configuration.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07808" y="5138928"/>
            <a:ext cx="33832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correspondence and Workstream 04 evidence remain pending.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FROZEN METHODOLOGY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2880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TRANSLATION RMSE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5953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0.595396782192 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matched samples; interval 3-18 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82880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TRANSLATION RMSE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0857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0.340604743330 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0857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1 s +/- 50 ms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5644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2880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ROTATION RMSE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5761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1.707265244063 deg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5761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pairs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05840" y="3703320"/>
            <a:ext cx="100584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Ground-truth bracket maximum 50 ms; linear translation interpolation; quaternion SLERP; SE(3) no-scale alignment; scale = 1.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acceptance: PASS. Localization accuracy: MEASURED. No frozen localization-accuracy pass/fail threshold exists.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Status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CONTROLLED CORRESPONDENCE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- pending controlled correspondence experiment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143000" y="3246120"/>
            <a:ext cx="978408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explicit GT-to-mapped-defect correspondence is required before reporting XYZ error, mean, median, RMSE, P95 or correspondence counts.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Workstream 04: Low-Light Robustness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ARMOURY RESULTS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Low-light robustness - results pending Workstream 04 completion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325880" y="3383280"/>
            <a:ext cx="9509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figures are presented until the final accepted Workstream 04 evidence is available.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Provenance and Reproducibility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HASH-BOUND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02920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Git preservation provenance: canonical P17 preservation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Runtime evidence provenance: recovered P16/P17 ZIP, DB and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evidence preservation commit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hashes retained in the verified P20 evidence package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892808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PACKAGE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1305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29 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624328"/>
            <a:ext cx="4078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package hash inventory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29400" y="3429000"/>
            <a:ext cx="41148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Concise identifiers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Git: eb4013fa...bbfe488f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ZIP: df3f87f0...9f313ec2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evidence: 4c7bd79a...9a4d78a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Evidence Boundaries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3611880" cy="274320"/>
          </a:xfrm>
          <a:prstGeom prst="roundRect">
            <a:avLst>
              <a:gd name="adj" fmla="val 2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3410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LIMITATIONS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42416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Held-out detector mAP remains modest; metrics are not generic accuracy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P16/P17 example is extremely-low-confidence, unreviewed machine output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is measured, not threshold-classified as accurate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3D requires explicit correspondence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P18 demonstrates runtime, dashboard-completion and repeatability evidence; Workstream 04 results are pending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Stop C / full autonomy is not demonstrated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Demonstrated Capability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DRAFT / EVIDENCE-BOUND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1498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demonstrates a robotics/computer-vision inspection pipeline combining deep-learning structural-defect detection, depth and 3D projection, localization/map-frame processing, mapped-defect persistence, dashboard review, deterministic reporting and measured localization evaluation.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9875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accepted inputs: explicit P19 3D correspondence; Workstream 04 low-light results.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is not the same as measured. Pending results remain visible.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AegisInspect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AegisInspect: Autonomous Multimodal Drone Infrastructure Inspection with 3D Defect Localization and Reporting</dc:title>
  <dc:subject>Evidence-bound working draft</dc:subject>
  <dc:creator>AegisInspect P20</dc:creator>
  <cp:lastModifiedBy>AegisInspect P20</cp:lastModifiedBy>
  <cp:revision>1</cp:revision>
  <dcterms:created xsi:type="dcterms:W3CDTF">2026-09-20T04:23:49Z</dcterms:created>
  <dcterms:modified xsi:type="dcterms:W3CDTF">2026-09-20T04:23:49Z</dcterms:modified>
</cp:coreProperties>
</file>